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60" r:id="rId12"/>
    <p:sldId id="269" r:id="rId13"/>
    <p:sldId id="270" r:id="rId14"/>
    <p:sldId id="271" r:id="rId15"/>
    <p:sldId id="272" r:id="rId16"/>
    <p:sldId id="259" r:id="rId17"/>
    <p:sldId id="265" r:id="rId18"/>
    <p:sldId id="266" r:id="rId19"/>
    <p:sldId id="267" r:id="rId20"/>
    <p:sldId id="268" r:id="rId21"/>
    <p:sldId id="262" r:id="rId22"/>
    <p:sldId id="276" r:id="rId23"/>
    <p:sldId id="277" r:id="rId24"/>
    <p:sldId id="273" r:id="rId25"/>
    <p:sldId id="274" r:id="rId26"/>
    <p:sldId id="264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37" autoAdjust="0"/>
  </p:normalViewPr>
  <p:slideViewPr>
    <p:cSldViewPr snapToGrid="0">
      <p:cViewPr>
        <p:scale>
          <a:sx n="50" d="100"/>
          <a:sy n="50" d="100"/>
        </p:scale>
        <p:origin x="133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0473B-78D3-4305-B4A7-65183DCB30F6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C896C-3BA0-4D60-98D4-F2C4F829AD8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41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C896C-3BA0-4D60-98D4-F2C4F829AD81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03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C896C-3BA0-4D60-98D4-F2C4F829AD81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300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4163" y="661986"/>
            <a:ext cx="6554787" cy="5546725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it-IT" sz="2000" dirty="0">
                <a:solidFill>
                  <a:srgbClr val="7030A0"/>
                </a:solidFill>
              </a:rPr>
              <a:t>DESCRIZIONE DEL PROGETTO: </a:t>
            </a:r>
          </a:p>
          <a:p>
            <a:pPr lvl="1"/>
            <a:r>
              <a:rPr lang="it-IT" sz="2000" dirty="0">
                <a:solidFill>
                  <a:schemeClr val="bg1">
                    <a:lumMod val="75000"/>
                  </a:schemeClr>
                </a:solidFill>
              </a:rPr>
              <a:t>Il progetto verte sullo sviluppo di un sito web di una catena di cinema: ‘’</a:t>
            </a:r>
            <a:r>
              <a:rPr lang="it-IT" sz="2000" dirty="0" err="1">
                <a:solidFill>
                  <a:schemeClr val="bg1">
                    <a:lumMod val="75000"/>
                  </a:schemeClr>
                </a:solidFill>
              </a:rPr>
              <a:t>Dino’s</a:t>
            </a:r>
            <a:r>
              <a:rPr lang="it-IT" sz="2000" dirty="0">
                <a:solidFill>
                  <a:schemeClr val="bg1">
                    <a:lumMod val="75000"/>
                  </a:schemeClr>
                </a:solidFill>
              </a:rPr>
              <a:t> Cinema’’. Il sito contiene diversi collegamenti ad altre pagine che conterranno le informazioni sui dati che sono stati organizzati e sono manipolabili tramite il database realizzato al primo semestre (collegamento alle informazioni sulle sale, sedi, film e quindi i relativi generi, staff..). L’idea è quella di mostrare una serie di dati pubblici e varie informazioni ai visitatori della pagina, e mantenere dei dati ‘’privati’’ per il personale. Tramite il sito è possibile infatti effettuare un ‘’Log in’’, il personale autorizzato effettuando l’accesso avrà a disposizione gli ulteriori dati del database, non visibili ai clienti/visitatori. 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5FF8CE-FC1A-4099-B539-EB82A2342AC6}"/>
              </a:ext>
            </a:extLst>
          </p:cNvPr>
          <p:cNvSpPr txBox="1"/>
          <p:nvPr/>
        </p:nvSpPr>
        <p:spPr>
          <a:xfrm>
            <a:off x="8859837" y="5016509"/>
            <a:ext cx="3048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300" dirty="0">
                <a:solidFill>
                  <a:srgbClr val="7030A0"/>
                </a:solidFill>
              </a:rPr>
              <a:t>MHW1</a:t>
            </a:r>
          </a:p>
          <a:p>
            <a:pPr algn="l"/>
            <a:r>
              <a:rPr lang="it-IT" sz="2300" dirty="0">
                <a:solidFill>
                  <a:srgbClr val="7030A0"/>
                </a:solidFill>
              </a:rPr>
              <a:t>Matteo Pietro Pillitteri </a:t>
            </a:r>
          </a:p>
          <a:p>
            <a:pPr algn="l"/>
            <a:r>
              <a:rPr lang="it-IT" sz="2300" dirty="0">
                <a:solidFill>
                  <a:srgbClr val="7030A0"/>
                </a:solidFill>
              </a:rPr>
              <a:t>O46002173</a:t>
            </a:r>
          </a:p>
          <a:p>
            <a:pPr algn="l"/>
            <a:r>
              <a:rPr lang="it-IT" sz="2300" dirty="0">
                <a:solidFill>
                  <a:srgbClr val="7030A0"/>
                </a:solidFill>
              </a:rPr>
              <a:t>27/03/2021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554-1D0A-4FE7-968B-21CF8C909E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Layout complessivo HTML+CSS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988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6403976" y="0"/>
            <a:ext cx="542607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7030A0"/>
                </a:solidFill>
              </a:rPr>
              <a:t>HTLM:</a:t>
            </a: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htlm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htlm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dinoscinema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=device-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-scale=1"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&lt;!--4Mobile--&gt;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"https://fonts.googleapis.com/css2?family=Lora&amp;family=Montserrat:wght@200&amp;display=swap"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"https://fonts.googleapis.com/css2?family=Montserrat:wght@200&amp;display=swap"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"https://fonts.googleapis.com/css2?family=Turret+Road:wght@300&amp;display=swap"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"https://fonts.googleapis.com/css2?family=Audiowide&amp;display=swap"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"https://fonts.googleapis.com/css2?family=Orbitron&amp;display=swap"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"https://fonts.googleapis.com/css2?family=Roboto:wght@100&amp;display=swap"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803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3201988" y="0"/>
            <a:ext cx="428466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HTLM:</a:t>
            </a:r>
          </a:p>
          <a:p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"https://fonts.googleapis.com/css2?family=Lato:wght@100&amp;display=swap"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"https://fonts.googleapis.com/css2?family=Alef&amp;display=swap"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"https://fonts.googleapis.com/css2?family=Ubuntu+Mono&amp;display=swap"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"mhw1.css"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&lt;!--collegamento al mio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conteiner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dino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"https://freesvg.org/img/dinopixel.png"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"links"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Sedi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Offerte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Film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Staff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Log in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The new cinema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experience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endParaRPr lang="it-IT" sz="1100" dirty="0">
              <a:solidFill>
                <a:srgbClr val="7030A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25B6D8-CB0E-4206-BFCE-921CFE0ED6A7}"/>
              </a:ext>
            </a:extLst>
          </p:cNvPr>
          <p:cNvSpPr txBox="1"/>
          <p:nvPr/>
        </p:nvSpPr>
        <p:spPr>
          <a:xfrm>
            <a:off x="7486650" y="251639"/>
            <a:ext cx="4705350" cy="6909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Info e orari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conteiner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, con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introduction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Immergiti nel mondo del cinema!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Scopri i nostri cinema e goditi tutti i migliori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titoli della cinematografia mondiale.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Ogni giorno hai la possibilità di scegliere tra piu' titoli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e con la possibilità di scegliere tra diverse fasce orarie.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garantisce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qualita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 pulizia e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comodita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 provare per credere!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"https://i.pinimg.com/564x/4f/21/6c/4f216c77b8b0a5c7a3e5030d06e75a79.jpg"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Piu' di 10 sedi in tutta Italia, trova quello piu' vicino a te!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Clicca qui!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"https://i.pinimg.com/564x/a6/46/e2/a646e28c7f146613c6a5e6da97a9121e.jpg"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dirty="0">
              <a:solidFill>
                <a:srgbClr val="7030A0"/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251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05B0E9-F08A-4478-B49E-B1D8087690AC}"/>
              </a:ext>
            </a:extLst>
          </p:cNvPr>
          <p:cNvSpPr txBox="1"/>
          <p:nvPr/>
        </p:nvSpPr>
        <p:spPr>
          <a:xfrm>
            <a:off x="3371850" y="171450"/>
            <a:ext cx="459105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solidFill>
                  <a:srgbClr val="7030A0"/>
                </a:solidFill>
              </a:rPr>
              <a:t>HTLM:</a:t>
            </a:r>
            <a:r>
              <a:rPr lang="it-IT" sz="1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Sale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Famose in tutta Italia per il loro design unico.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Puoi vivere una esperienza di cinema unica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prenotando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un posto  nelle nostre 'relax room', o nelle '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experience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room'.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non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finira'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mai di stupirti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Scopri di piu'!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"https://i.etsystatic.com/10918133/r/il/86a981/1610659135/il_794xN.1610659135_qz4w.jpg"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Novità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garantisce continuamente nuovi contenuti adatti a tutti i gusti!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Scopri tutte i titoli del giorno nella tua città con un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click!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"sottosezione"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&lt;!--flex item della sottosezione--&gt;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Chi siamo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La catena dei cinema di marchio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nasce nel 2020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e ha come obiettivo quello di offrire un massimo confort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29CD99E-F743-4E3E-AD80-9ED015592388}"/>
              </a:ext>
            </a:extLst>
          </p:cNvPr>
          <p:cNvSpPr txBox="1"/>
          <p:nvPr/>
        </p:nvSpPr>
        <p:spPr>
          <a:xfrm>
            <a:off x="7962900" y="171450"/>
            <a:ext cx="42291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ai clienti, facendoli sentire a casa solo!. Nelle nostre sale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sono proiettati diversi nuovi titoli a diversi orari e tutti i giorni!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Vieni a trovarci!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"https://i.pinimg.com/564x/84/b1/85/84b185f1ee4f9e957a0bb3e62e5cf32d.jpg"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della sottosezione--&gt;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Diventa un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Inscriviti alla nostra newsletter per essere ogni giorno informato e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usufruire di offerte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esclusive.E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' facile, unisciti a noi!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"https://i.pinimg.com/564x/7a/5a/d1/7a5ad1761ac212414247ebf28d16f3a8.jpg"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conteiner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infooter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us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Indirizzo: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Via della Rinascita 12 -Barrafranca (EN)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Telefono: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3802141274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Email: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dinoscinema@hotmail.it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997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A9A6CA-2863-4C20-B1E8-33E2658CBD4B}"/>
              </a:ext>
            </a:extLst>
          </p:cNvPr>
          <p:cNvSpPr txBox="1"/>
          <p:nvPr/>
        </p:nvSpPr>
        <p:spPr>
          <a:xfrm>
            <a:off x="3390900" y="209550"/>
            <a:ext cx="4419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Acquisto biglietti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Online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Via telefono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Acquista e stampa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Account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Profilo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Crea nuovo profilo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Seguici su i Social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Ci trovi ovunque! Promozioni in piu' per te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se ci segui su i nostri profili ufficiali.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"https://i.pinimg.com/564x/20/c1/93/20c193d2244edf5537edb259fd4d1207.jpg"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"https://i.pinimg.com/564x/c9/92/53/c99253eaee4f91f1787885fef13410af.jpg"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"https://i.pinimg.com/564x/bb/62/af/bb62afe819b11af8384f2fb814acf28a.jpg"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7CBFD0-CD69-40F6-93B3-CA41D00369C3}"/>
              </a:ext>
            </a:extLst>
          </p:cNvPr>
          <p:cNvSpPr txBox="1"/>
          <p:nvPr/>
        </p:nvSpPr>
        <p:spPr>
          <a:xfrm>
            <a:off x="8020050" y="209550"/>
            <a:ext cx="398145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"information"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del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Informativa sulla privacy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Area legale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Coockie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e pubblicità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Affiliati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Matteo Pietro Pillitteri O46002173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Anno accademico 2020/2021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</a:t>
            </a:r>
            <a:endParaRPr lang="it-IT" sz="1100" dirty="0">
              <a:solidFill>
                <a:srgbClr val="7030A0"/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8758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3382963" y="0"/>
            <a:ext cx="4160837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  <a:latin typeface="Consolas" panose="020B0609020204030204" pitchFamily="49" charset="0"/>
              </a:rPr>
              <a:t>CSS:</a:t>
            </a:r>
          </a:p>
          <a:p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#2e2e2e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Roboto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Helvetica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di default*/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di default*/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di default*/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#660099a9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Orbitron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Courier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1em;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--&gt; color: black*/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it-IT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3AB452D-93ED-4A05-AE51-0169059EAE0F}"/>
              </a:ext>
            </a:extLst>
          </p:cNvPr>
          <p:cNvSpPr txBox="1"/>
          <p:nvPr/>
        </p:nvSpPr>
        <p:spPr>
          <a:xfrm>
            <a:off x="7372350" y="171450"/>
            <a:ext cx="447675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767px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260px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flex-start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3%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83%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 color: black*/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134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6403976" y="0"/>
            <a:ext cx="5426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7030A0"/>
                </a:solidFill>
              </a:rPr>
              <a:t>: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     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CC9305-CD96-4B49-8DAE-A9903A132067}"/>
              </a:ext>
            </a:extLst>
          </p:cNvPr>
          <p:cNvSpPr txBox="1"/>
          <p:nvPr/>
        </p:nvSpPr>
        <p:spPr>
          <a:xfrm>
            <a:off x="3201988" y="0"/>
            <a:ext cx="413226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2.3px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1.9px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1.8px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EB214E-5877-40A1-BD69-18968592CC3A}"/>
              </a:ext>
            </a:extLst>
          </p:cNvPr>
          <p:cNvSpPr txBox="1"/>
          <p:nvPr/>
        </p:nvSpPr>
        <p:spPr>
          <a:xfrm>
            <a:off x="6970712" y="0"/>
            <a:ext cx="4859338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0.322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1.8px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it-IT" sz="10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0.322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'Lora'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piu leggero*/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impicito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da body*/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#242323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3654661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6403976" y="0"/>
            <a:ext cx="542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dirty="0">
                <a:solidFill>
                  <a:srgbClr val="BBBBBB"/>
                </a:solidFill>
                <a:latin typeface="Consolas" panose="020B0609020204030204" pitchFamily="49" charset="0"/>
              </a:rPr>
              <a:t>	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32FD59-023F-4A87-BE71-0DEBB52FD897}"/>
              </a:ext>
            </a:extLst>
          </p:cNvPr>
          <p:cNvSpPr txBox="1"/>
          <p:nvPr/>
        </p:nvSpPr>
        <p:spPr>
          <a:xfrm>
            <a:off x="3319464" y="74235"/>
            <a:ext cx="378618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decoration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oblique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/*color: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Turret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Road'</a:t>
            </a:r>
            <a:r>
              <a:rPr lang="it-IT" sz="10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--&gt;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90%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698DDB-5FF1-4A8B-89C7-AE994782C668}"/>
              </a:ext>
            </a:extLst>
          </p:cNvPr>
          <p:cNvSpPr txBox="1"/>
          <p:nvPr/>
        </p:nvSpPr>
        <p:spPr>
          <a:xfrm>
            <a:off x="7334250" y="79652"/>
            <a:ext cx="47244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1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1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 e color sono ereditati*/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1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'Lato'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 style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*/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1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380px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1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1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750px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1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60881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6403976" y="-59115"/>
            <a:ext cx="542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dirty="0">
                <a:solidFill>
                  <a:srgbClr val="BBBBBB"/>
                </a:solidFill>
                <a:latin typeface="Consolas" panose="020B0609020204030204" pitchFamily="49" charset="0"/>
              </a:rPr>
              <a:t>	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32FD59-023F-4A87-BE71-0DEBB52FD897}"/>
              </a:ext>
            </a:extLst>
          </p:cNvPr>
          <p:cNvSpPr txBox="1"/>
          <p:nvPr/>
        </p:nvSpPr>
        <p:spPr>
          <a:xfrm>
            <a:off x="3319464" y="74235"/>
            <a:ext cx="260508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#sottosezione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*/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#cececeec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'Alef'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Helvetica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#sottosezione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0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0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698DDB-5FF1-4A8B-89C7-AE994782C668}"/>
              </a:ext>
            </a:extLst>
          </p:cNvPr>
          <p:cNvSpPr txBox="1"/>
          <p:nvPr/>
        </p:nvSpPr>
        <p:spPr>
          <a:xfrm>
            <a:off x="5961064" y="74235"/>
            <a:ext cx="3028950" cy="703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::before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/*fa riferimento all'</a:t>
            </a:r>
            <a:r>
              <a:rPr lang="it-IT" sz="11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che ha position: relative*/</a:t>
            </a:r>
            <a:endParaRPr lang="it-IT" sz="11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relative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100" b="0" i="1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https://i.pinimg.com/originals/7d/bc/1f/7dbc1f3a9aae49f669776aad913e4d30.gif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background-position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no-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1286px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1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1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1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1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it-IT" sz="11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1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450px</a:t>
            </a:r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1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1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C46239C-48F7-42C9-8D99-67F3DD088FA5}"/>
              </a:ext>
            </a:extLst>
          </p:cNvPr>
          <p:cNvSpPr txBox="1"/>
          <p:nvPr/>
        </p:nvSpPr>
        <p:spPr>
          <a:xfrm>
            <a:off x="9117013" y="230832"/>
            <a:ext cx="302895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173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168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Audiowide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3.5px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2.5em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0.986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082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0D8A458-06EF-40F7-9623-DCD6F72F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1988" cy="6858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CC4C0F0-C125-497F-B79B-715DC5EF7893}"/>
              </a:ext>
            </a:extLst>
          </p:cNvPr>
          <p:cNvSpPr txBox="1"/>
          <p:nvPr/>
        </p:nvSpPr>
        <p:spPr>
          <a:xfrm>
            <a:off x="6403976" y="-59115"/>
            <a:ext cx="542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dirty="0">
                <a:solidFill>
                  <a:srgbClr val="BBBBBB"/>
                </a:solidFill>
                <a:latin typeface="Consolas" panose="020B0609020204030204" pitchFamily="49" charset="0"/>
              </a:rPr>
              <a:t>	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32FD59-023F-4A87-BE71-0DEBB52FD897}"/>
              </a:ext>
            </a:extLst>
          </p:cNvPr>
          <p:cNvSpPr txBox="1"/>
          <p:nvPr/>
        </p:nvSpPr>
        <p:spPr>
          <a:xfrm>
            <a:off x="3319464" y="74235"/>
            <a:ext cx="320198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it-IT" sz="10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0.692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0.993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#660099a9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'Montserrat'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Lucida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Console;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/*default*/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space-around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#242323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in riferimento al font-size del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(194, 194, 194, 0.986);*/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 style: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ereditato;*/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1.6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0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6095740-91A5-4120-AAE4-E244FB4625C3}"/>
              </a:ext>
            </a:extLst>
          </p:cNvPr>
          <p:cNvSpPr txBox="1"/>
          <p:nvPr/>
        </p:nvSpPr>
        <p:spPr>
          <a:xfrm>
            <a:off x="7573997" y="-48876"/>
            <a:ext cx="4063933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0.493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1.3em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0.925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1em;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0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0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ereditato*/</a:t>
            </a:r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0.493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0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0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0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0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0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782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pic>
        <p:nvPicPr>
          <p:cNvPr id="5" name="Immagine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89C14E54-627D-4213-ABAE-CC1D7A7BD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r="2678" b="74435"/>
          <a:stretch/>
        </p:blipFill>
        <p:spPr>
          <a:xfrm>
            <a:off x="4434597" y="374755"/>
            <a:ext cx="7357583" cy="77948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575AE9-A265-4CE5-9806-D8C3AABE2CE9}"/>
              </a:ext>
            </a:extLst>
          </p:cNvPr>
          <p:cNvSpPr txBox="1"/>
          <p:nvPr/>
        </p:nvSpPr>
        <p:spPr>
          <a:xfrm>
            <a:off x="4367695" y="1349115"/>
            <a:ext cx="81511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7030A0"/>
                </a:solidFill>
              </a:rPr>
              <a:t>La nav bar non fa parte dell’header ma è a se’ stante. Questa ha position: fixed, quindi durante lo scrolling della pagina rimarrà fissa nella posizione fissata</a:t>
            </a:r>
          </a:p>
          <a:p>
            <a:endParaRPr lang="it-IT">
              <a:solidFill>
                <a:srgbClr val="7030A0"/>
              </a:solidFill>
            </a:endParaRPr>
          </a:p>
          <a:p>
            <a:r>
              <a:rPr lang="it-IT">
                <a:solidFill>
                  <a:srgbClr val="7030A0"/>
                </a:solidFill>
              </a:rPr>
              <a:t>HTLM:</a:t>
            </a:r>
          </a:p>
          <a:p>
            <a:endParaRPr lang="it-IT">
              <a:solidFill>
                <a:srgbClr val="7030A0"/>
              </a:solidFill>
            </a:endParaRPr>
          </a:p>
          <a:p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conteiner--&gt;</a:t>
            </a:r>
          </a:p>
          <a:p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"dino"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nav--&gt;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"https://freesvg.org/img/dinopixel.png"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Dino's cinema 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"links"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nav--&gt;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Sedi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Offerte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Film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Staff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Log in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49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pic>
        <p:nvPicPr>
          <p:cNvPr id="5" name="Immagine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89C14E54-627D-4213-ABAE-CC1D7A7BD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r="2678" b="74435"/>
          <a:stretch/>
        </p:blipFill>
        <p:spPr>
          <a:xfrm>
            <a:off x="4434593" y="197111"/>
            <a:ext cx="7357583" cy="77948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575AE9-A265-4CE5-9806-D8C3AABE2CE9}"/>
              </a:ext>
            </a:extLst>
          </p:cNvPr>
          <p:cNvSpPr txBox="1"/>
          <p:nvPr/>
        </p:nvSpPr>
        <p:spPr>
          <a:xfrm>
            <a:off x="4078605" y="1145801"/>
            <a:ext cx="815112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#660099a9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Orbitron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Courier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1em;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--&gt; color: black*/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7030A0"/>
                </a:solidFill>
              </a:rPr>
              <a:t>L’ID COMPRENDE IL LOGO E’ IL NOME DEL MARCHIO DELLA CATENA</a:t>
            </a: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 color: black*/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734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pic>
        <p:nvPicPr>
          <p:cNvPr id="5" name="Immagine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89C14E54-627D-4213-ABAE-CC1D7A7BD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r="2678" b="74435"/>
          <a:stretch/>
        </p:blipFill>
        <p:spPr>
          <a:xfrm>
            <a:off x="4420079" y="108916"/>
            <a:ext cx="7357583" cy="77948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575AE9-A265-4CE5-9806-D8C3AABE2CE9}"/>
              </a:ext>
            </a:extLst>
          </p:cNvPr>
          <p:cNvSpPr txBox="1"/>
          <p:nvPr/>
        </p:nvSpPr>
        <p:spPr>
          <a:xfrm>
            <a:off x="4078605" y="898546"/>
            <a:ext cx="563145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dirty="0">
                <a:solidFill>
                  <a:srgbClr val="7030A0"/>
                </a:solidFill>
              </a:rPr>
              <a:t>L’id ‘’logo’’ è il dinosauro, l’id ‘’click’’ è il log in.</a:t>
            </a:r>
            <a:endParaRPr lang="it-IT" sz="1200" dirty="0">
              <a:solidFill>
                <a:srgbClr val="36F9F6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2.3px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0.322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DC1B25C-12A8-4FFA-B5E1-CD04068C0596}"/>
              </a:ext>
            </a:extLst>
          </p:cNvPr>
          <p:cNvSpPr txBox="1"/>
          <p:nvPr/>
        </p:nvSpPr>
        <p:spPr>
          <a:xfrm>
            <a:off x="9710057" y="1307721"/>
            <a:ext cx="22642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en-US" sz="12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167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129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0.322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03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575AE9-A265-4CE5-9806-D8C3AABE2CE9}"/>
              </a:ext>
            </a:extLst>
          </p:cNvPr>
          <p:cNvSpPr txBox="1"/>
          <p:nvPr/>
        </p:nvSpPr>
        <p:spPr>
          <a:xfrm>
            <a:off x="4037822" y="187346"/>
            <a:ext cx="631086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dirty="0">
                <a:solidFill>
                  <a:srgbClr val="7030A0"/>
                </a:solidFill>
              </a:rPr>
              <a:t>Per il mobile sono state apportate delle modifiche tramite delle media queries. La </a:t>
            </a:r>
            <a:r>
              <a:rPr lang="it-IT" dirty="0" err="1">
                <a:solidFill>
                  <a:srgbClr val="7030A0"/>
                </a:solidFill>
              </a:rPr>
              <a:t>nav</a:t>
            </a:r>
            <a:r>
              <a:rPr lang="it-IT" dirty="0">
                <a:solidFill>
                  <a:srgbClr val="7030A0"/>
                </a:solidFill>
              </a:rPr>
              <a:t> bar su telefono si pone verticalmente, sempre ad una posizione fissata sulla parte destra dello schermo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767px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260px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flex-start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3%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83%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11px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#dino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0.5em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</p:txBody>
      </p:sp>
      <p:pic>
        <p:nvPicPr>
          <p:cNvPr id="4" name="Immagine 3" descr="Immagine che contiene testo, monitor, screenshot, interni&#10;&#10;Descrizione generata automaticamente">
            <a:extLst>
              <a:ext uri="{FF2B5EF4-FFF2-40B4-BE49-F238E27FC236}">
                <a16:creationId xmlns:a16="http://schemas.microsoft.com/office/drawing/2014/main" id="{2BB7A233-2FAC-4817-AF63-0E81641837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5" t="17936" r="52738" b="48782"/>
          <a:stretch/>
        </p:blipFill>
        <p:spPr>
          <a:xfrm>
            <a:off x="10485535" y="331168"/>
            <a:ext cx="1384308" cy="423069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3CB7CC-9DBE-478A-A1E5-A2DD78941E74}"/>
              </a:ext>
            </a:extLst>
          </p:cNvPr>
          <p:cNvSpPr txBox="1"/>
          <p:nvPr/>
        </p:nvSpPr>
        <p:spPr>
          <a:xfrm>
            <a:off x="10595429" y="4818743"/>
            <a:ext cx="127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7030A0"/>
                </a:solidFill>
              </a:rPr>
              <a:t>Visualizzazione su </a:t>
            </a:r>
            <a:r>
              <a:rPr lang="it-IT" sz="1200" dirty="0" err="1">
                <a:solidFill>
                  <a:srgbClr val="7030A0"/>
                </a:solidFill>
              </a:rPr>
              <a:t>Iphone</a:t>
            </a:r>
            <a:r>
              <a:rPr lang="it-IT" sz="1200" dirty="0">
                <a:solidFill>
                  <a:srgbClr val="7030A0"/>
                </a:solidFill>
              </a:rPr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295923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575AE9-A265-4CE5-9806-D8C3AABE2CE9}"/>
              </a:ext>
            </a:extLst>
          </p:cNvPr>
          <p:cNvSpPr txBox="1"/>
          <p:nvPr/>
        </p:nvSpPr>
        <p:spPr>
          <a:xfrm>
            <a:off x="4037822" y="187346"/>
            <a:ext cx="642074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dirty="0">
                <a:solidFill>
                  <a:srgbClr val="7030A0"/>
                </a:solidFill>
              </a:rPr>
              <a:t>Per il mobile sono state apportate delle modifiche tramite delle media queries. La </a:t>
            </a:r>
            <a:r>
              <a:rPr lang="it-IT" dirty="0" err="1">
                <a:solidFill>
                  <a:srgbClr val="7030A0"/>
                </a:solidFill>
              </a:rPr>
              <a:t>nav</a:t>
            </a:r>
            <a:r>
              <a:rPr lang="it-IT" dirty="0">
                <a:solidFill>
                  <a:srgbClr val="7030A0"/>
                </a:solidFill>
              </a:rPr>
              <a:t> bar su telefono si pone verticalmente, sempre ad una posizione fissata sulla parte destra dello schermo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927px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1.9px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200" dirty="0">
              <a:solidFill>
                <a:srgbClr val="7030A0"/>
              </a:solidFill>
            </a:endParaRPr>
          </a:p>
        </p:txBody>
      </p:sp>
      <p:pic>
        <p:nvPicPr>
          <p:cNvPr id="4" name="Immagine 3" descr="Immagine che contiene testo, monitor, screenshot, interni&#10;&#10;Descrizione generata automaticamente">
            <a:extLst>
              <a:ext uri="{FF2B5EF4-FFF2-40B4-BE49-F238E27FC236}">
                <a16:creationId xmlns:a16="http://schemas.microsoft.com/office/drawing/2014/main" id="{2BB7A233-2FAC-4817-AF63-0E81641837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5" t="17936" r="52738" b="48782"/>
          <a:stretch/>
        </p:blipFill>
        <p:spPr>
          <a:xfrm>
            <a:off x="10485535" y="331168"/>
            <a:ext cx="1384308" cy="423069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3CB7CC-9DBE-478A-A1E5-A2DD78941E74}"/>
              </a:ext>
            </a:extLst>
          </p:cNvPr>
          <p:cNvSpPr txBox="1"/>
          <p:nvPr/>
        </p:nvSpPr>
        <p:spPr>
          <a:xfrm>
            <a:off x="10595429" y="4818743"/>
            <a:ext cx="127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7030A0"/>
                </a:solidFill>
              </a:rPr>
              <a:t>Visualizzazione su </a:t>
            </a:r>
            <a:r>
              <a:rPr lang="it-IT" sz="1200" dirty="0" err="1">
                <a:solidFill>
                  <a:srgbClr val="7030A0"/>
                </a:solidFill>
              </a:rPr>
              <a:t>Iphone</a:t>
            </a:r>
            <a:r>
              <a:rPr lang="it-IT" sz="1200" dirty="0">
                <a:solidFill>
                  <a:srgbClr val="7030A0"/>
                </a:solidFill>
              </a:rPr>
              <a:t> X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34EE5AA-0B46-49F2-8CA8-2142E1480700}"/>
              </a:ext>
            </a:extLst>
          </p:cNvPr>
          <p:cNvSpPr txBox="1"/>
          <p:nvPr/>
        </p:nvSpPr>
        <p:spPr>
          <a:xfrm>
            <a:off x="7242629" y="1553029"/>
            <a:ext cx="323985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1.8px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.links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#click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1.8px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3054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ED5DEC0C-AA52-4A00-9123-0FB9BA99173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 r="5393" b="22259"/>
          <a:stretch/>
        </p:blipFill>
        <p:spPr>
          <a:xfrm>
            <a:off x="5767388" y="193675"/>
            <a:ext cx="6424612" cy="25923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965A71-6A53-4D4F-B440-BDFAFF42C5A2}"/>
              </a:ext>
            </a:extLst>
          </p:cNvPr>
          <p:cNvSpPr txBox="1"/>
          <p:nvPr/>
        </p:nvSpPr>
        <p:spPr>
          <a:xfrm>
            <a:off x="4037826" y="2786271"/>
            <a:ext cx="96531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 :</a:t>
            </a: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The new cinema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experience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Info e orari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7030A0"/>
                </a:solidFill>
              </a:rPr>
              <a:t>CSS :</a:t>
            </a:r>
          </a:p>
          <a:p>
            <a:endParaRPr lang="it-IT" dirty="0">
              <a:solidFill>
                <a:srgbClr val="7030A0"/>
              </a:solidFill>
            </a:endParaRPr>
          </a:p>
          <a:p>
            <a:r>
              <a:rPr lang="it-IT" dirty="0">
                <a:solidFill>
                  <a:srgbClr val="7030A0"/>
                </a:solidFill>
              </a:rPr>
              <a:t>Ho costruito un overlay di sfondo per l’immagine dell’</a:t>
            </a:r>
            <a:r>
              <a:rPr lang="it-IT" dirty="0" err="1">
                <a:solidFill>
                  <a:srgbClr val="7030A0"/>
                </a:solidFill>
              </a:rPr>
              <a:t>header</a:t>
            </a:r>
            <a:r>
              <a:rPr lang="it-IT" dirty="0">
                <a:solidFill>
                  <a:srgbClr val="7030A0"/>
                </a:solidFill>
              </a:rPr>
              <a:t>.</a:t>
            </a:r>
          </a:p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::before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/*fa riferimento all'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che ha position: relative*/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ED5DEC0C-AA52-4A00-9123-0FB9BA99173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 r="5393" b="22259"/>
          <a:stretch/>
        </p:blipFill>
        <p:spPr>
          <a:xfrm>
            <a:off x="5767388" y="193675"/>
            <a:ext cx="6424612" cy="25923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965A71-6A53-4D4F-B440-BDFAFF42C5A2}"/>
              </a:ext>
            </a:extLst>
          </p:cNvPr>
          <p:cNvSpPr txBox="1"/>
          <p:nvPr/>
        </p:nvSpPr>
        <p:spPr>
          <a:xfrm>
            <a:off x="4037826" y="2786271"/>
            <a:ext cx="96531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:</a:t>
            </a:r>
          </a:p>
          <a:p>
            <a:endParaRPr lang="it-IT" dirty="0">
              <a:solidFill>
                <a:srgbClr val="7030A0"/>
              </a:solidFill>
            </a:endParaRPr>
          </a:p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relative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i="1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https://i.pinimg.com/originals/7d/bc/1f/</a:t>
            </a:r>
          </a:p>
          <a:p>
            <a:r>
              <a:rPr lang="it-IT" sz="1200" b="0" i="1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7dbc1f3a9aae49f669776aad913e4d30.gif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background-position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no-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1286px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126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ED5DEC0C-AA52-4A00-9123-0FB9BA99173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 r="5393" b="22259"/>
          <a:stretch/>
        </p:blipFill>
        <p:spPr>
          <a:xfrm>
            <a:off x="5767388" y="96838"/>
            <a:ext cx="6424612" cy="259238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965A71-6A53-4D4F-B440-BDFAFF42C5A2}"/>
              </a:ext>
            </a:extLst>
          </p:cNvPr>
          <p:cNvSpPr txBox="1"/>
          <p:nvPr/>
        </p:nvSpPr>
        <p:spPr>
          <a:xfrm>
            <a:off x="4037826" y="2760136"/>
            <a:ext cx="965312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:</a:t>
            </a:r>
          </a:p>
          <a:p>
            <a:r>
              <a:rPr lang="it-IT" dirty="0">
                <a:solidFill>
                  <a:srgbClr val="7030A0"/>
                </a:solidFill>
              </a:rPr>
              <a:t>La proprietà text-</a:t>
            </a:r>
            <a:r>
              <a:rPr lang="it-IT" dirty="0" err="1">
                <a:solidFill>
                  <a:srgbClr val="7030A0"/>
                </a:solidFill>
              </a:rPr>
              <a:t>shadow</a:t>
            </a:r>
            <a:r>
              <a:rPr lang="it-IT" dirty="0">
                <a:solidFill>
                  <a:srgbClr val="7030A0"/>
                </a:solidFill>
              </a:rPr>
              <a:t> </a:t>
            </a:r>
            <a:r>
              <a:rPr lang="it-IT" dirty="0" err="1">
                <a:solidFill>
                  <a:srgbClr val="7030A0"/>
                </a:solidFill>
              </a:rPr>
              <a:t>e’</a:t>
            </a:r>
            <a:r>
              <a:rPr lang="it-IT" dirty="0">
                <a:solidFill>
                  <a:srgbClr val="7030A0"/>
                </a:solidFill>
              </a:rPr>
              <a:t> stata utilizzata dopo aver ricevuto conferma su </a:t>
            </a:r>
            <a:r>
              <a:rPr lang="it-IT" dirty="0" err="1">
                <a:solidFill>
                  <a:srgbClr val="7030A0"/>
                </a:solidFill>
              </a:rPr>
              <a:t>Discord</a:t>
            </a:r>
            <a:r>
              <a:rPr lang="it-IT" dirty="0">
                <a:solidFill>
                  <a:srgbClr val="7030A0"/>
                </a:solidFill>
              </a:rPr>
              <a:t>.</a:t>
            </a:r>
          </a:p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173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168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Audiowide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it-IT" dirty="0">
              <a:solidFill>
                <a:srgbClr val="7030A0"/>
              </a:solidFill>
            </a:endParaRPr>
          </a:p>
          <a:p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2.5em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93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ED5DEC0C-AA52-4A00-9123-0FB9BA99173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 r="5393" b="22259"/>
          <a:stretch/>
        </p:blipFill>
        <p:spPr>
          <a:xfrm>
            <a:off x="5767388" y="193675"/>
            <a:ext cx="6424612" cy="25923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965A71-6A53-4D4F-B440-BDFAFF42C5A2}"/>
              </a:ext>
            </a:extLst>
          </p:cNvPr>
          <p:cNvSpPr txBox="1"/>
          <p:nvPr/>
        </p:nvSpPr>
        <p:spPr>
          <a:xfrm>
            <a:off x="4037826" y="2786271"/>
            <a:ext cx="96531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:</a:t>
            </a:r>
          </a:p>
          <a:p>
            <a:r>
              <a:rPr lang="it-IT" dirty="0">
                <a:solidFill>
                  <a:srgbClr val="7030A0"/>
                </a:solidFill>
              </a:rPr>
              <a:t>Button fa riferimento a «info e orari»</a:t>
            </a:r>
          </a:p>
          <a:p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0.986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030A0"/>
                </a:solidFill>
              </a:rPr>
              <a:t>::hover </a:t>
            </a:r>
            <a:r>
              <a:rPr lang="en-US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7030A0"/>
                </a:solidFill>
                <a:sym typeface="Wingdings" panose="05000000000000000000" pitchFamily="2" charset="2"/>
              </a:rPr>
              <a:t>quando</a:t>
            </a:r>
            <a:r>
              <a:rPr lang="en-US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7030A0"/>
                </a:solidFill>
                <a:sym typeface="Wingdings" panose="05000000000000000000" pitchFamily="2" charset="2"/>
              </a:rPr>
              <a:t>si</a:t>
            </a:r>
            <a:r>
              <a:rPr lang="en-US" dirty="0">
                <a:solidFill>
                  <a:srgbClr val="7030A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7030A0"/>
                </a:solidFill>
                <a:sym typeface="Wingdings" panose="05000000000000000000" pitchFamily="2" charset="2"/>
              </a:rPr>
              <a:t>passa</a:t>
            </a:r>
            <a:r>
              <a:rPr lang="en-US" dirty="0">
                <a:solidFill>
                  <a:srgbClr val="7030A0"/>
                </a:solidFill>
                <a:sym typeface="Wingdings" panose="05000000000000000000" pitchFamily="2" charset="2"/>
              </a:rPr>
              <a:t> il </a:t>
            </a:r>
            <a:r>
              <a:rPr lang="en-US" dirty="0" err="1">
                <a:solidFill>
                  <a:srgbClr val="7030A0"/>
                </a:solidFill>
                <a:sym typeface="Wingdings" panose="05000000000000000000" pitchFamily="2" charset="2"/>
              </a:rPr>
              <a:t>cursore</a:t>
            </a:r>
            <a:r>
              <a:rPr lang="en-US" dirty="0">
                <a:solidFill>
                  <a:srgbClr val="7030A0"/>
                </a:solidFill>
                <a:sym typeface="Wingdings" panose="05000000000000000000" pitchFamily="2" charset="2"/>
              </a:rPr>
              <a:t> sopra.</a:t>
            </a:r>
            <a:endParaRPr lang="en-US" dirty="0">
              <a:solidFill>
                <a:srgbClr val="7030A0"/>
              </a:solidFill>
            </a:endParaRPr>
          </a:p>
          <a:p>
            <a:endParaRPr lang="en-US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en-US" sz="12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0.692</a:t>
            </a:r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44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monitor, schermo, screenshot&#10;&#10;Descrizione generata automaticamente">
            <a:extLst>
              <a:ext uri="{FF2B5EF4-FFF2-40B4-BE49-F238E27FC236}">
                <a16:creationId xmlns:a16="http://schemas.microsoft.com/office/drawing/2014/main" id="{ED5DEC0C-AA52-4A00-9123-0FB9BA99173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 r="5393" b="22259"/>
          <a:stretch/>
        </p:blipFill>
        <p:spPr>
          <a:xfrm>
            <a:off x="5767388" y="96838"/>
            <a:ext cx="6424612" cy="259238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965A71-6A53-4D4F-B440-BDFAFF42C5A2}"/>
              </a:ext>
            </a:extLst>
          </p:cNvPr>
          <p:cNvSpPr txBox="1"/>
          <p:nvPr/>
        </p:nvSpPr>
        <p:spPr>
          <a:xfrm>
            <a:off x="4037826" y="2765844"/>
            <a:ext cx="96531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:</a:t>
            </a:r>
          </a:p>
          <a:p>
            <a:r>
              <a:rPr lang="it-IT" dirty="0">
                <a:solidFill>
                  <a:srgbClr val="7030A0"/>
                </a:solidFill>
              </a:rPr>
              <a:t>Per il mobile sono state apportate delle modifiche tramite delle media queries</a:t>
            </a:r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it-IT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3.5px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0.863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#button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9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Sezione contenuti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9FC5F69-88D3-417D-B817-BEBD4F609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03" r="7739" b="-320"/>
          <a:stretch/>
        </p:blipFill>
        <p:spPr>
          <a:xfrm>
            <a:off x="4037825" y="10138"/>
            <a:ext cx="3872461" cy="3019660"/>
          </a:xfrm>
          <a:prstGeom prst="rect">
            <a:avLst/>
          </a:prstGeom>
        </p:spPr>
      </p:pic>
      <p:pic>
        <p:nvPicPr>
          <p:cNvPr id="7" name="Immagine 6" descr="Immagine che contiene testo, monitor, screenshot, schermo&#10;&#10;Descrizione generata automaticamente">
            <a:extLst>
              <a:ext uri="{FF2B5EF4-FFF2-40B4-BE49-F238E27FC236}">
                <a16:creationId xmlns:a16="http://schemas.microsoft.com/office/drawing/2014/main" id="{5137C4E5-A7D3-4FD2-B580-E7C320F73A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2" r="6072" b="-66"/>
          <a:stretch/>
        </p:blipFill>
        <p:spPr>
          <a:xfrm>
            <a:off x="8446149" y="10138"/>
            <a:ext cx="3745851" cy="3030604"/>
          </a:xfrm>
          <a:prstGeom prst="rect">
            <a:avLst/>
          </a:prstGeom>
        </p:spPr>
      </p:pic>
      <p:pic>
        <p:nvPicPr>
          <p:cNvPr id="11" name="Immagine 10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4452A565-4141-4197-BDF0-D101047F27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5" t="19944" r="5494" b="1"/>
          <a:stretch/>
        </p:blipFill>
        <p:spPr>
          <a:xfrm>
            <a:off x="4037825" y="3599542"/>
            <a:ext cx="3872460" cy="3237375"/>
          </a:xfrm>
          <a:prstGeom prst="rect">
            <a:avLst/>
          </a:prstGeom>
        </p:spPr>
      </p:pic>
      <p:pic>
        <p:nvPicPr>
          <p:cNvPr id="15" name="Immagine 14" descr="Immagine che contiene testo&#10;&#10;Descrizione generata automaticamente">
            <a:extLst>
              <a:ext uri="{FF2B5EF4-FFF2-40B4-BE49-F238E27FC236}">
                <a16:creationId xmlns:a16="http://schemas.microsoft.com/office/drawing/2014/main" id="{34FF95F1-B7B6-4489-A8A7-3B761DE4FE7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t="31056" r="6098" b="30"/>
          <a:stretch/>
        </p:blipFill>
        <p:spPr>
          <a:xfrm>
            <a:off x="8443101" y="3599543"/>
            <a:ext cx="3745851" cy="323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Sezione contenuti</a:t>
            </a:r>
            <a:endParaRPr lang="it-IT" sz="4000" dirty="0">
              <a:solidFill>
                <a:srgbClr val="FFFFFF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F3C36E-049E-4922-8C8D-00C36E52EFE6}"/>
              </a:ext>
            </a:extLst>
          </p:cNvPr>
          <p:cNvSpPr txBox="1"/>
          <p:nvPr/>
        </p:nvSpPr>
        <p:spPr>
          <a:xfrm>
            <a:off x="4233797" y="100208"/>
            <a:ext cx="7828767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HTLM:</a:t>
            </a: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conteiner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, con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introduction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Immergiti nel mondo del cinema!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Scopri i nostri cinema e goditi tutti i migliori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titoli della cinematografia mondiale.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Ogni giorno hai la possibilità di scegliere tra piu' titoli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e con la possibilità di scegliere tra diverse fasce orarie.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garantisce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qualita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 pulizia e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comodita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 provare per credere!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"https://i.pinimg.com/564x/4f/21/6c/4f216c77b8b0a5c7a3e5030d06e75a79.jpg"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Piu' di 10 sedi in tutta Italia, trova quello piu' vicino a te!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Clicca qui!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"https://i.pinimg.com/564x/a6/46/e2/a646e28c7f146613c6a5e6da97a9121e.jpg"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Sale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Famose in tutta Italia per il loro design unico.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Puoi vivere una esperienza di cinema unica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prenotando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un posto  nelle nostre 'relax room', o nelle '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experience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room'.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non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finira'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mai di stupirti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Scopri di piu'!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591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F3C36E-049E-4922-8C8D-00C36E52EFE6}"/>
              </a:ext>
            </a:extLst>
          </p:cNvPr>
          <p:cNvSpPr txBox="1"/>
          <p:nvPr/>
        </p:nvSpPr>
        <p:spPr>
          <a:xfrm>
            <a:off x="4233797" y="100208"/>
            <a:ext cx="782876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HTLM:</a:t>
            </a:r>
            <a:r>
              <a:rPr lang="it-IT" sz="12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"https://i.etsystatic.com/10918133/r/il/86a981/1610659135/il_794xN.1610659135_qz4w.jpg"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Novità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cinema garantisce continuamente nuovi contenuti adatti a tutti i gusti!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Scopri tutte i titoli del giorno nella tua città con un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click!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"sottosezione"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&lt;!--flex item della sottosezione--&gt;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Chi siamo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La catena dei cinema di marchio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Dino's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nasce nel 2020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e ha come obiettivo quello di offrire un massimo confort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ai clienti, facendoli sentire a casa solo!. Nelle nostre sale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sono proiettati diversi nuovi titoli a diversi orari e tutti i giorni!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Vieni a trovarci!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"https://i.pinimg.com/564x/84/b1/85/84b185f1ee4f9e957a0bb3e62e5cf32d.jpg"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della sottosezione--&gt;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Diventa un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dino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Inscriviti alla nostra newsletter per essere ogni giorno informato e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usufruire di offerte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esclusive.E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' facile, unisciti a noi!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"https://i.pinimg.com/564x/7a/5a/d1/7a5ad1761ac212414247ebf28d16f3a8.jpg"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429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Sezione contenuti</a:t>
            </a:r>
            <a:endParaRPr lang="it-IT" sz="4000" dirty="0">
              <a:solidFill>
                <a:srgbClr val="FFFFFF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70132C-D7F9-468E-B29B-C119A3441F11}"/>
              </a:ext>
            </a:extLst>
          </p:cNvPr>
          <p:cNvSpPr txBox="1"/>
          <p:nvPr/>
        </p:nvSpPr>
        <p:spPr>
          <a:xfrm>
            <a:off x="4132522" y="124773"/>
            <a:ext cx="4341107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'Lora'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piu leggero*/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impicito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da body*/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#242323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DD55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decoration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oblique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/*color: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>
              <a:solidFill>
                <a:srgbClr val="7030A0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D51659E-9A4E-41DC-9761-5E2B0ECC0B88}"/>
              </a:ext>
            </a:extLst>
          </p:cNvPr>
          <p:cNvSpPr txBox="1"/>
          <p:nvPr/>
        </p:nvSpPr>
        <p:spPr>
          <a:xfrm>
            <a:off x="8292231" y="124773"/>
            <a:ext cx="3732756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Turret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Road'</a:t>
            </a:r>
            <a:r>
              <a:rPr lang="it-IT" sz="12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2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--&gt;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90%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 e color sono ereditati*/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2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'Lato'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0.7em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 style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*/  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1341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70132C-D7F9-468E-B29B-C119A3441F11}"/>
              </a:ext>
            </a:extLst>
          </p:cNvPr>
          <p:cNvSpPr txBox="1"/>
          <p:nvPr/>
        </p:nvSpPr>
        <p:spPr>
          <a:xfrm>
            <a:off x="3925446" y="117693"/>
            <a:ext cx="434110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</a:p>
          <a:p>
            <a:r>
              <a:rPr lang="it-IT" sz="12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380px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#sottosezione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; */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#cececeec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'Alef'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 err="1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Helvetica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0.6em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/*font-style ereditato 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2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>
              <a:solidFill>
                <a:srgbClr val="7030A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5B658E-0CEB-4D01-8B4D-CA29670B7BAC}"/>
              </a:ext>
            </a:extLst>
          </p:cNvPr>
          <p:cNvSpPr txBox="1"/>
          <p:nvPr/>
        </p:nvSpPr>
        <p:spPr>
          <a:xfrm>
            <a:off x="8496300" y="190500"/>
            <a:ext cx="3429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MOBILE:</a:t>
            </a:r>
          </a:p>
          <a:p>
            <a:endParaRPr lang="it-IT" sz="1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#introduction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2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blockinsection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#sottosezione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sz="1200" b="0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78115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D600E49-A7E3-4C5C-BB60-9071D6AEF0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64" r="5694"/>
          <a:stretch/>
        </p:blipFill>
        <p:spPr>
          <a:xfrm>
            <a:off x="4654550" y="0"/>
            <a:ext cx="7175500" cy="1673225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704A205-82DE-4684-8B39-98C2803459AA}"/>
              </a:ext>
            </a:extLst>
          </p:cNvPr>
          <p:cNvSpPr txBox="1"/>
          <p:nvPr/>
        </p:nvSpPr>
        <p:spPr>
          <a:xfrm>
            <a:off x="4367695" y="1883434"/>
            <a:ext cx="66940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HTLM: 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conteiner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infooter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us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Indirizzo: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Via della Rinascita 12 -Barrafranca (EN)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Telefono: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3802141274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Email: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dinoscinema@hotmail.it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Acquisto biglietti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Online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Via telefono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Acquista e stampa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Account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Profilo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Crea nuovo profilo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D600E49-A7E3-4C5C-BB60-9071D6AEF0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64" r="5694"/>
          <a:stretch/>
        </p:blipFill>
        <p:spPr>
          <a:xfrm>
            <a:off x="4711700" y="0"/>
            <a:ext cx="7175500" cy="1673225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704A205-82DE-4684-8B39-98C2803459AA}"/>
              </a:ext>
            </a:extLst>
          </p:cNvPr>
          <p:cNvSpPr txBox="1"/>
          <p:nvPr/>
        </p:nvSpPr>
        <p:spPr>
          <a:xfrm>
            <a:off x="4367695" y="1883434"/>
            <a:ext cx="669400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HTLM: 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Seguici su i Social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Ci trovi ovunque! Promozioni in piu' per te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se ci segui su i nostri profili ufficiali.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"https://i.pinimg.com/564x/20/c1/93/20c193d2244edf5537edb259fd4d1207.jpg"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"https://i.pinimg.com/564x/c9/92/53/c99253eaee4f91f1787885fef13410af.jpg"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 err="1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icon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"https://i.pinimg.com/564x/bb/62/af/bb62afe819b11af8384f2fb814acf28a.jpg"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"information"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&lt;!-- flex item del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--&gt;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Informativa sulla privacy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Area legale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Coockie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e pubblicità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Affiliati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Matteo Pietro Pillitteri O46002173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Anno accademico 2020/2021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83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D600E49-A7E3-4C5C-BB60-9071D6AEF0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64" r="5694"/>
          <a:stretch/>
        </p:blipFill>
        <p:spPr>
          <a:xfrm>
            <a:off x="5378450" y="82550"/>
            <a:ext cx="5975350" cy="1139825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704A205-82DE-4684-8B39-98C2803459AA}"/>
              </a:ext>
            </a:extLst>
          </p:cNvPr>
          <p:cNvSpPr txBox="1"/>
          <p:nvPr/>
        </p:nvSpPr>
        <p:spPr>
          <a:xfrm>
            <a:off x="4134811" y="1244600"/>
            <a:ext cx="565689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CSS:</a:t>
            </a:r>
            <a:r>
              <a:rPr lang="it-IT" sz="1200" dirty="0">
                <a:solidFill>
                  <a:srgbClr val="7030A0"/>
                </a:solidFill>
              </a:rPr>
              <a:t>  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0.993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#660099a9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F8B39"/>
                </a:solidFill>
                <a:effectLst/>
                <a:latin typeface="Consolas" panose="020B0609020204030204" pitchFamily="49" charset="0"/>
              </a:rPr>
              <a:t>'Montserrat'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Lucida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Console;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/*default*/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189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0.877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space-around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#242323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in riferimento al font-size del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implicit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color: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(194, 194, 194, 0.986);*/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 style: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/*font-weight: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lighter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ereditato;*/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line-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1.6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200" dirty="0">
              <a:solidFill>
                <a:srgbClr val="7030A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7BF96D-3C4C-4FB1-A50B-0D29E44C8D36}"/>
              </a:ext>
            </a:extLst>
          </p:cNvPr>
          <p:cNvSpPr txBox="1"/>
          <p:nvPr/>
        </p:nvSpPr>
        <p:spPr>
          <a:xfrm>
            <a:off x="8937752" y="1126678"/>
            <a:ext cx="3251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0.493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194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0.925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/*text-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: center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/*font-size: 1em;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e'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 implicito </a:t>
            </a:r>
            <a:r>
              <a:rPr lang="it-IT" sz="1200" b="0" i="1" dirty="0" err="1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perche</a:t>
            </a:r>
            <a:r>
              <a:rPr lang="it-IT" sz="1200" b="0" i="1" dirty="0">
                <a:solidFill>
                  <a:srgbClr val="848BBD"/>
                </a:solidFill>
                <a:effectLst/>
                <a:latin typeface="Consolas" panose="020B0609020204030204" pitchFamily="49" charset="0"/>
              </a:rPr>
              <a:t>' ereditato*/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211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0.493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784680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7375"/>
            <a:ext cx="3201988" cy="3387725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D600E49-A7E3-4C5C-BB60-9071D6AEF0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64" r="5694"/>
          <a:stretch/>
        </p:blipFill>
        <p:spPr>
          <a:xfrm>
            <a:off x="4305300" y="104775"/>
            <a:ext cx="7334250" cy="1139825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704A205-82DE-4684-8B39-98C2803459AA}"/>
              </a:ext>
            </a:extLst>
          </p:cNvPr>
          <p:cNvSpPr txBox="1"/>
          <p:nvPr/>
        </p:nvSpPr>
        <p:spPr>
          <a:xfrm>
            <a:off x="4134810" y="1357510"/>
            <a:ext cx="56568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CSS MOBILE:</a:t>
            </a: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flex-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 err="1">
                <a:solidFill>
                  <a:srgbClr val="FE445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  <a:p>
            <a:endParaRPr lang="it-IT" sz="1200" dirty="0">
              <a:solidFill>
                <a:srgbClr val="7030A0"/>
              </a:solidFill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#infooter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1.3em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it-IT" sz="12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FEDE5D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it-IT" sz="1200" b="0" dirty="0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it-IT" sz="1200" b="0" dirty="0" err="1">
                <a:solidFill>
                  <a:srgbClr val="FF7EDB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>
                <a:solidFill>
                  <a:srgbClr val="36F9F6"/>
                </a:solidFill>
                <a:effectLst/>
                <a:latin typeface="Consolas" panose="020B0609020204030204" pitchFamily="49" charset="0"/>
              </a:rPr>
              <a:t>#information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sz="1200" b="0" dirty="0" err="1">
                <a:solidFill>
                  <a:srgbClr val="72F1B8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200" b="0" dirty="0">
                <a:solidFill>
                  <a:srgbClr val="B6B1B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F97E72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>
              <a:solidFill>
                <a:srgbClr val="7030A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7BF96D-3C4C-4FB1-A50B-0D29E44C8D36}"/>
              </a:ext>
            </a:extLst>
          </p:cNvPr>
          <p:cNvSpPr txBox="1"/>
          <p:nvPr/>
        </p:nvSpPr>
        <p:spPr>
          <a:xfrm>
            <a:off x="8937752" y="1126678"/>
            <a:ext cx="325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sz="12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it-IT" sz="1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52070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11864</Words>
  <Application>Microsoft Office PowerPoint</Application>
  <PresentationFormat>Widescreen</PresentationFormat>
  <Paragraphs>1151</Paragraphs>
  <Slides>29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Office Theme</vt:lpstr>
      <vt:lpstr>Presentazione standard di PowerPoint</vt:lpstr>
      <vt:lpstr>Layout complessivo HTML+CSS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Menù navigazione</vt:lpstr>
      <vt:lpstr>Menù navigazione</vt:lpstr>
      <vt:lpstr>Menù navigazione</vt:lpstr>
      <vt:lpstr>Menù navigazione</vt:lpstr>
      <vt:lpstr>Menù navigazione</vt:lpstr>
      <vt:lpstr>Header</vt:lpstr>
      <vt:lpstr>Header</vt:lpstr>
      <vt:lpstr>Header</vt:lpstr>
      <vt:lpstr>Header</vt:lpstr>
      <vt:lpstr>Header</vt:lpstr>
      <vt:lpstr>Sezione contenuti</vt:lpstr>
      <vt:lpstr>Sezione contenuti</vt:lpstr>
      <vt:lpstr>Sezione contenuti</vt:lpstr>
      <vt:lpstr>Sezione contenuti</vt:lpstr>
      <vt:lpstr>Sezione contenuti</vt:lpstr>
      <vt:lpstr>Footer</vt:lpstr>
      <vt:lpstr>Footer</vt:lpstr>
      <vt:lpstr>Footer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matteo pillitteri</cp:lastModifiedBy>
  <cp:revision>2</cp:revision>
  <dcterms:created xsi:type="dcterms:W3CDTF">2021-03-24T16:57:46Z</dcterms:created>
  <dcterms:modified xsi:type="dcterms:W3CDTF">2021-03-27T12:39:20Z</dcterms:modified>
</cp:coreProperties>
</file>